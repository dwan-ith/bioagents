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29bfff3b75411d" /><Relationship Type="http://schemas.openxmlformats.org/officeDocument/2006/relationships/extended-properties" Target="/docProps/app.xml" Id="R1a66cfe7cf164a5a" /><Relationship Type="http://schemas.openxmlformats.org/officeDocument/2006/relationships/officeDocument" Target="/ppt/presentation.xml" Id="Rdd1c6ceb56d940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a1e9aae02741c4"/>
  </p:sldMasterIdLst>
  <p:notesMasterIdLst>
    <p:notesMasterId xmlns:r="http://schemas.openxmlformats.org/officeDocument/2006/relationships" r:id="Re22cbd41ed1b4f49"/>
  </p:notesMasterIdLst>
  <p:sldIdLst>
    <p:sldId xmlns:r="http://schemas.openxmlformats.org/officeDocument/2006/relationships" id="256" r:id="R41bc9882eb4e4eb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a1e9aae02741c4" /><Relationship Type="http://schemas.openxmlformats.org/officeDocument/2006/relationships/theme" Target="/ppt/theme/theme1.xml" Id="R40f2c05b59b6496f" /><Relationship Type="http://schemas.openxmlformats.org/officeDocument/2006/relationships/notesMaster" Target="/ppt/notesMasters/notesMaster1.xml" Id="Re22cbd41ed1b4f49" /><Relationship Type="http://schemas.openxmlformats.org/officeDocument/2006/relationships/presProps" Target="/ppt/presProps.xml" Id="Rf5639612c0194bca" /><Relationship Type="http://schemas.openxmlformats.org/officeDocument/2006/relationships/viewProps" Target="/ppt/viewProps.xml" Id="R06a0b8c1fd534663" /><Relationship Type="http://schemas.openxmlformats.org/officeDocument/2006/relationships/tableStyles" Target="/ppt/tableStyles.xml" Id="Re439379171e94eee" /><Relationship Type="http://schemas.openxmlformats.org/officeDocument/2006/relationships/slide" Target="/ppt/slides/slide1.xml" Id="R41bc9882eb4e4e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2c7a65418f549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be10e171244969" /><Relationship Type="http://schemas.openxmlformats.org/officeDocument/2006/relationships/notesMaster" Target="/ppt/notesMasters/notesMaster1.xml" Id="R574c88d857684e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f8a110f62e4a2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61e273562534259" /><Relationship Type="http://schemas.openxmlformats.org/officeDocument/2006/relationships/slideLayout" Target="/ppt/slideLayouts/slideLayout2.xml" Id="Raf86129444f248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86129444f248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6bf5b4bc1a440e" /><Relationship Type="http://schemas.openxmlformats.org/officeDocument/2006/relationships/notesSlide" Target="/ppt/notesSlides/notesSlide1.xml" Id="Rb94f310780164d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3E5A1659-CC53-414A-8F15-1EA6C5FC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6764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10201D"/>
                </a:solidFill>
              </a:defRPr>
            </a:pPr>
            <a:r>
              <a:rPr sz="7200" b="1">
                <a:solidFill>
                  <a:srgbClr val="10201D"/>
                </a:solidFill>
              </a:rPr>
              <a:t>BioAgents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77E1CF-E694-4B93-A0A3-8331E062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6764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2F4C46"/>
                </a:solidFill>
              </a:defRPr>
            </a:pPr>
            <a:r>
              <a:rPr sz="2700">
                <a:solidFill>
                  <a:srgbClr val="2F4C46"/>
                </a:solidFill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1110663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2026-05-07T13:38:26.0770000Z</dcterms:created>
  <dcterms:modified xsi:type="dcterms:W3CDTF">2026-05-07T13:38:26.0770000Z</dcterms:modified>
</coreProperties>
</file>